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RideIQ is a from-scratch, self-hosted ride-hailing app. Today we'll walk through how it was built, in order, and the big ideas: APIs, Docker, CI/CD, blue-green deployment, and live navigation.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RideIQ looks like Uber but every piece is built from scratch and self-hosted. The right shows the quote feature and a routed trip. Crucially: no paid map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roadmap. Each of these maps to a stage in how the app was actually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worry about every box yet. Left: the phone. Middle: the automated pipeline. Right: the cloud server running the app, with the ML brain inside. We'll unpack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story on one slide. Blue = getting it running; gold = making it professional and growing it. We follow this order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one is the brain. FastAPI + Python because that's where machine learning lives. The /docs test page is a huge productivity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gallery of the ML features. We won't do the math - the point is that each product feature maps to an algorithm suited to it. These diagrams were generated with Gemini Nano Banana Pro from spec files we wrote.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removes the 'works on my machine' problem. Image = sealed kit, container = the cooked meal, registry = the shelf. Our pipeline builds the image and ships it to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the face of the system. osmdroid gives us free maps. Retrofit is the library that makes calling the backend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line is the bridge. It's a great teaching moment about how mobile apps reach servers over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is the conveyor belt. Push -&gt; build -&gt; store -&gt; deploy, automatically. This is exactly what our GitHub Actions workflow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Blue-green is how we get zero downtime. The health check is the key safety gate - a broken deploy simply never goes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Rollback makes mistakes cheap. The system-design pieces - nginx, Redis, SQLite, health checks - are what make the whole thing fast, safe, and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pipeline existed, features were easy and safe to add incrementally. This is the pattern that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navigation feature ties GPS, the route steps, and text-to-speech together. Street names come from the OpenStreetMap graph we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of every major technology and the one-line reason we chose it. Theme: free, reproducible, and industry-standard.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remember five things, these are them. The last one is the meta-lesson that applies far beyond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Thanks! Open the floor for questions - happy to dig into any stage, the ML, or the deployment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RideIQ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idea to a live, self-deploying ride-hailing 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 ·  ML backend  ·  Docker  ·  CI/CD  ·  Cloud deployment</a:t>
            </a:r>
            <a:endParaRPr lang="en-US" sz="1500" dirty="0"/>
          </a:p>
        </p:txBody>
      </p:sp>
      <p:pic>
        <p:nvPicPr>
          <p:cNvPr id="6" name="Image 0" descr="/sessions/sharp-affectionate-lovelace/mnt/RideIQ App/rideiq-backend/city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874520"/>
            <a:ext cx="2788920" cy="288036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772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guide to how it was built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RideIQ?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Uber.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 a pickup and a drop-off on a map of Edmonton and get a live route, an ETA, a fare, and turn-by-turn voice navigation.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ML models predict ETA, fare and cancellation risk.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959352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59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77647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routing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finds the road route over real Edmonton streets.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72584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8554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6725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navigation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directions spoken aloud, like Google Maps.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68696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751576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751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55686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APIs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OpenStreetMap maps - no Google key, no billing.</a:t>
            </a:r>
            <a:endParaRPr lang="en-US" sz="1350" dirty="0"/>
          </a:p>
        </p:txBody>
      </p:sp>
      <p:pic>
        <p:nvPicPr>
          <p:cNvPr id="21" name="Image 0" descr="/sessions/sharp-affectionate-lovelace/mnt/RideIQ App/Diagram/algorithms/Quote Fe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737360"/>
            <a:ext cx="4663440" cy="2542032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22" name="Text 19"/>
          <p:cNvSpPr/>
          <p:nvPr/>
        </p:nvSpPr>
        <p:spPr>
          <a:xfrm>
            <a:off x="6995160" y="4315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/quote call returns ETA + fare + cancellation risk together.</a:t>
            </a:r>
            <a:endParaRPr lang="en-US" sz="1100" dirty="0"/>
          </a:p>
        </p:txBody>
      </p:sp>
      <p:pic>
        <p:nvPicPr>
          <p:cNvPr id="23" name="Image 1" descr="/sessions/sharp-affectionate-lovelace/mnt/RideIQ App/rideiq-backend/samples/route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00600"/>
            <a:ext cx="2194560" cy="16916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24" name="Text 20"/>
          <p:cNvSpPr/>
          <p:nvPr/>
        </p:nvSpPr>
        <p:spPr>
          <a:xfrm>
            <a:off x="6995160" y="51206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routed trip on the map.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understand by the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app and a server talk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that flows from phone to backend and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47672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'box up' the 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350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and why they matter.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2044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CI/CD really means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9227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push -&gt; built and shipped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26440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52044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4655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9227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+ a one-click rollback safety net.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093208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live navigation works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54955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following + spoken turn-by-turn directions.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83717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5093208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technology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4955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choices behind FastAPI, osmdroid, nginx and more.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system at a glance</a:t>
            </a:r>
            <a:endParaRPr lang="en-US" sz="3000" dirty="0"/>
          </a:p>
        </p:txBody>
      </p:sp>
      <p:pic>
        <p:nvPicPr>
          <p:cNvPr id="4" name="Image 0" descr="/sessions/sharp-affectionate-lovelace/mnt/RideIQ App/Diagram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9326880" cy="461772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(phone)  -&gt;  CI/CD pipeline  -&gt;  AWS EC2 host (nginx + app + Redis + database)  -&gt;  the ML brain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 -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brain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+ ML)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2148840"/>
            <a:ext cx="548640" cy="5486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+ quote)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81160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2148840"/>
            <a:ext cx="548640" cy="5486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0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&lt;-&gt; backend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online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EC2)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20440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4251960"/>
            <a:ext cx="548640" cy="54864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0" y="4892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(CI/CD)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4892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(blue-green)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281160" y="40233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09760" y="4251960"/>
            <a:ext cx="548640" cy="54864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4" name="Text 32"/>
          <p:cNvSpPr/>
          <p:nvPr/>
        </p:nvSpPr>
        <p:spPr>
          <a:xfrm>
            <a:off x="95097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418320" y="48920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features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one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thing, make it work, then add the next - the single most important habit in the project.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'brain' - FastAPI +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web service (an API) with endpoints like /quote, /route and /health. It runs the ML models and the routing engine.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27832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3924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 + 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7647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language of machine learning, so the models live right next to the API. FastAPI auto-builds a test page at /docs.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64024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92861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312664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source of truth. The app never does the heavy thinking - it asks the backend and shows the answer.</a:t>
            </a:r>
            <a:endParaRPr lang="en-US" sz="1300" dirty="0"/>
          </a:p>
        </p:txBody>
      </p:sp>
      <p:pic>
        <p:nvPicPr>
          <p:cNvPr id="13" name="Image 0" descr="/sessions/sharp-affectionate-lovelace/mnt/RideIQ App/Diagram/algorithms/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83080"/>
            <a:ext cx="4434840" cy="2414016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pic>
        <p:nvPicPr>
          <p:cNvPr id="14" name="Image 1" descr="/sessions/sharp-affectionate-lovelace/mnt/RideIQ App/Diagram/algorithms/Fare Esti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977640"/>
            <a:ext cx="4434840" cy="2414016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7223760" y="63550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ML features: ETA prediction and fare estimation.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BRAIN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ML models behind 8 real features</a:t>
            </a:r>
            <a:endParaRPr lang="en-US" sz="3000" dirty="0"/>
          </a:p>
        </p:txBody>
      </p:sp>
      <p:pic>
        <p:nvPicPr>
          <p:cNvPr id="4" name="Image 0" descr="/sessions/sharp-affectionate-lovelace/mnt/RideIQ App/Diagram/algorithms/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" y="36301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prediction</a:t>
            </a:r>
            <a:endParaRPr lang="en-US" sz="1200" dirty="0"/>
          </a:p>
        </p:txBody>
      </p:sp>
      <p:pic>
        <p:nvPicPr>
          <p:cNvPr id="6" name="Image 1" descr="/sessions/sharp-affectionate-lovelace/mnt/RideIQ App/Diagram/algorithms/Surge Z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9164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297680" y="36301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/ demand zones</a:t>
            </a:r>
            <a:endParaRPr lang="en-US" sz="1200" dirty="0"/>
          </a:p>
        </p:txBody>
      </p:sp>
      <p:pic>
        <p:nvPicPr>
          <p:cNvPr id="8" name="Image 2" descr="/sessions/sharp-affectionate-lovelace/mnt/RideIQ App/Diagram/algorithms/Rider Seg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69164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8092440" y="36301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segments</a:t>
            </a:r>
            <a:endParaRPr lang="en-US" sz="1200" dirty="0"/>
          </a:p>
        </p:txBody>
      </p:sp>
      <p:pic>
        <p:nvPicPr>
          <p:cNvPr id="10" name="Image 3" descr="/sessions/sharp-affectionate-lovelace/mnt/RideIQ App/Diagram/algorithms/Driver Sh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336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502920" y="5961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shift (HMM)</a:t>
            </a:r>
            <a:endParaRPr lang="en-US" sz="1200" dirty="0"/>
          </a:p>
        </p:txBody>
      </p:sp>
      <p:pic>
        <p:nvPicPr>
          <p:cNvPr id="12" name="Image 4" descr="/sessions/sharp-affectionate-lovelace/mnt/RideIQ App/Diagram/algorithms/Cancellation Caus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02336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13" name="Text 6"/>
          <p:cNvSpPr/>
          <p:nvPr/>
        </p:nvSpPr>
        <p:spPr>
          <a:xfrm>
            <a:off x="4297680" y="5961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causes</a:t>
            </a:r>
            <a:endParaRPr lang="en-US" sz="1200" dirty="0"/>
          </a:p>
        </p:txBody>
      </p:sp>
      <p:pic>
        <p:nvPicPr>
          <p:cNvPr id="14" name="Image 5" descr="/sessions/sharp-affectionate-lovelace/mnt/RideIQ App/Diagram/algorithms/Fraud 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023360"/>
            <a:ext cx="3520440" cy="19202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15" name="Text 7"/>
          <p:cNvSpPr/>
          <p:nvPr/>
        </p:nvSpPr>
        <p:spPr>
          <a:xfrm>
            <a:off x="8092440" y="5961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powered by a specific algorithm chosen for the job - regression for ETA/fare, clustering for demand, an HMM for driver states, a Bayesian network for causes. (Plus routing and the combined quote.)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with Docker - 'the app in a box'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 - code that runs on your laptop breaks on the server because of different versions and settings.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container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packs the app AND everything it needs into one image. Run the image and you get a container that behaves identically everywhere.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1E2761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helpful analogy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92240" y="2560320"/>
            <a:ext cx="274320" cy="2743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4231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sealed meal-kit with every ingredient inside.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611880"/>
            <a:ext cx="274320" cy="2743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4747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actually cooked and served.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663440"/>
            <a:ext cx="274320" cy="2743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45262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(ghcr.io)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 where meal-kits are stored and fetched.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Android app - free maps, no API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app: a quote screen and a live map screen. It talks to the backend with Retrofit, which turns web responses into Java objects.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73552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381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osmdroid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8221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OpenStreetMap tiles - no Google Maps key, no billing account. Keeps the whole project self-contained.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09744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9743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358384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button becomes a call to a backend endpoint - 'Get quote', 'route', 'start trip'.</a:t>
            </a:r>
            <a:endParaRPr lang="en-US" sz="1300" dirty="0"/>
          </a:p>
        </p:txBody>
      </p:sp>
      <p:pic>
        <p:nvPicPr>
          <p:cNvPr id="13" name="Image 0" descr="/sessions/sharp-affectionate-lovelace/mnt/RideIQ App/rideiq-backend/city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194560"/>
            <a:ext cx="3749040" cy="384048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315200" y="6126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Edmonton's real road network, drawn from free OpenStreetMap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app to the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the two halves of the project is literally one line: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377440"/>
            <a:ext cx="9601200" cy="1051560"/>
          </a:xfrm>
          <a:prstGeom prst="roundRect">
            <a:avLst>
              <a:gd name="adj" fmla="val 7826"/>
            </a:avLst>
          </a:prstGeom>
          <a:solidFill>
            <a:srgbClr val="16204E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37744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 = "http://&lt;your-server&gt;/"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050792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50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right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lights up with real ETAs, routes and addresses.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3794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4050792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4050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wrong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says 'can't reach server.'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3794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4050792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050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travels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sends a normal web request (HTTP) to the server's public front door.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CI/CD?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/ Continuous Delivery.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that builds and ships your code every time you push it - no manual server steps, the same way every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7180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commit to the main branch on GitHub.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90672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97180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4069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builds the Docker image in the cloud.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71032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297180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stored on ghcr.io, tagged by commit.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51392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189720" y="2743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45752" y="2971800"/>
            <a:ext cx="457200" cy="45720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25" name="Text 23"/>
          <p:cNvSpPr/>
          <p:nvPr/>
        </p:nvSpPr>
        <p:spPr>
          <a:xfrm>
            <a:off x="94457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7260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server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4069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logs into EC2 over SSH and updates the live app.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conveyor belt from your laptop to the live server - you never touch the server by hand.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Blue-green deployment = zero downtime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copies of the app. Only one serves traffic; the other is the safety net.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New version starts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'color' boots up next to the live one. Users still on the old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Health check 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ping it: 'are you okay?' Only a healthy version is allowed to serve.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Switch the front door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flips traffic to the new color. Instant, no downtime.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9776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26306B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Retire the old 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version steps aside - kept ready for rollback.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new version fails to start, traffic never switches - users notice nothing.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and what system design buys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one-click undo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is a tagged image. If a release misbehaves, we redeploy the previous tag. Fixing a bad deploy is as easy as making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System-design pieces working for us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2587752"/>
            <a:ext cx="320040" cy="3200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4688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public front door + the traffic switch.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3456432"/>
            <a:ext cx="320040" cy="3200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3375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repeated answers so the app stays fast.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4325112"/>
            <a:ext cx="320040" cy="3200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history of every quote.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5193792"/>
            <a:ext cx="320040" cy="32004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50749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-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a new version is safe before it serves.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system design is what lets a small team ship confidently and often - fast, safe, and reversible.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the app, one commit at a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dot on the map (free, no Google key).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1980" y="2148840"/>
            <a:ext cx="640080" cy="6400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addresses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383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+ drop-off show their real street address.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7103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23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923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follows you; turns spoken + shown on screen.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5139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72700" y="2148840"/>
            <a:ext cx="640080" cy="6400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27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2688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names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72600" y="3383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'Turn left onto 109 Street' - real named directions.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was a small, self-contained change - shipped and tested through the pipeline before starting the next.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live turn-by-turn navigation works</a:t>
            </a:r>
            <a:endParaRPr lang="en-US" sz="3000" dirty="0"/>
          </a:p>
        </p:txBody>
      </p:sp>
      <p:pic>
        <p:nvPicPr>
          <p:cNvPr id="4" name="Image 0" descr="/sessions/sharp-affectionate-lovelace/mnt/RideIQ App/Diagram/algorithms/Rou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29184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7C8DB5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074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road path with A*, then price it and guide the driver.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812280" y="1783080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95160" y="2075688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2075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43800" y="187452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route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finds the road path; the backend returns each turn as a step.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12280" y="2944368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95160" y="3236976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3236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43800" y="303580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GPS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move, the map re-centers on your live location.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12280" y="4105656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95160" y="4398264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4398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43800" y="4197096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each turn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~200 m: 'In 200 meters, turn left onto 109 Street.' At the turn: 'Turn left now.'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12280" y="5266944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95160" y="5559552"/>
            <a:ext cx="411480" cy="411480"/>
          </a:xfrm>
          <a:prstGeom prst="ellipse">
            <a:avLst/>
          </a:prstGeom>
          <a:solidFill>
            <a:srgbClr val="1E6FEB"/>
          </a:solidFill>
          <a:ln/>
        </p:spPr>
      </p:sp>
      <p:sp>
        <p:nvSpPr>
          <p:cNvPr id="20" name="Text 17"/>
          <p:cNvSpPr/>
          <p:nvPr/>
        </p:nvSpPr>
        <p:spPr>
          <a:xfrm>
            <a:off x="6995160" y="5559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43800" y="535838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/ reroute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Announces arrival; if you drift off course it reroutes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technology,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lives next to the API; free auto docs.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19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the 15 models behind every feature.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osmdroid + OSM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649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maps and routing - no Google key.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86207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3649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everywhere; the unit we ship.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535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build -&gt; push -&gt; deploy pipeline.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32504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535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enabling the blue-green swap.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30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7058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computer with a fixed public IP.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5202936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1F5FF"/>
          </a:solidFill>
          <a:ln w="12700">
            <a:solidFill>
              <a:srgbClr val="DCE6FF"/>
            </a:solidFill>
            <a:prstDash val="solid"/>
          </a:ln>
          <a:effectLst>
            <a:outerShdw sx="100000" sy="100000" kx="0" ky="0" algn="bl" rotWithShape="0" blurRad="76200" dist="25400" dir="5400000">
              <a:srgbClr val="9FB3D9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5330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SQLite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57058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(cache) and history (database).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and a server talk over HTTP - the app asks, the backend answers.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boxes the app so it runs the same everywhere.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6118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turns one push into an automatic, repeatable deploy.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48056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+ rollback make deploys zero-downtime and reversible.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539496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534924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small thing, ship it safely, then add the next.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RideIQ - from an idea to a live, self-deploying app.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2026-08-10T00:21:05Z</dcterms:created>
  <dcterms:modified xsi:type="dcterms:W3CDTF">2026-08-10T00:21:05Z</dcterms:modified>
</cp:coreProperties>
</file>